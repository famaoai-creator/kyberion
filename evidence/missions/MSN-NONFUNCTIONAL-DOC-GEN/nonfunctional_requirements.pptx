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---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title: Non-Functional Requirements Definition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category: Nonfunctional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tags: [nonfunctional, requirements]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importance: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author: Ecosystem Architect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last_updated: 2026-03-06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---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Non-Functional Requirements Definition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**Date:** 2026/2/2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**System Impact Model:** low_impact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8CC"/>
                </a:solidFill>
              </a:rPr>
              <a:t>可用性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8CC"/>
                </a:solidFill>
              </a:rPr>
              <a:t>性能・拡張性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8CC"/>
                </a:solidFill>
              </a:rPr>
              <a:t>運用・保守性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8CC"/>
                </a:solidFill>
              </a:rPr>
              <a:t>移行性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5212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8CC"/>
                </a:solidFill>
              </a:rPr>
              <a:t>セキュリティ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5577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8CC"/>
                </a:solidFill>
              </a:rPr>
              <a:t>システム環境・エコロジー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---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_Generated by Gemini Non-Functional Architect_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2026-03-07T08:00:55Z</dcterms:created>
  <dcterms:modified xsi:type="dcterms:W3CDTF">2026-03-07T08:00:55Z</dcterms:modified>
</cp:coreProperties>
</file>