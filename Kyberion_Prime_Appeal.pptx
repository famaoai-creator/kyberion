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2" d="100"/>
          <a:sy n="102" d="100"/>
        </p:scale>
        <p:origin x="-108" y="-1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presProps" Target="presProps.xml"/>
  <Relationship Id="rId23" Type="http://schemas.openxmlformats.org/officeDocument/2006/relationships/viewProps" Target="viewProps.xml"/>
  <Relationship Id="rId24" Type="http://schemas.openxmlformats.org/officeDocument/2006/relationships/theme" Target="theme/theme1.xml"/>
  <Relationship Id="rId2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ja-JP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b="1" sz="4400" lang="ja-JP">
                <a:solidFill>
                  <a:srgbClr val="2563EB"/>
                </a:solidFill>
              </a:rPr>
              <a:t>KYBERION-PRIME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sz="2400" lang="ja-JP"/>
              <a:t>Your Sovereign AI Agent &amp; Autonomous Partner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2. 私は単なるツールではありません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KYBERION-PRIMEは、主権者の「意志」を正確に解釈し、物理的な「成果」へと変換する、自律的な執行機関です。</a:t>
            </a:r>
          </a:p>
          <a:p>
            <a:pPr/>
            <a:r>
              <a:rPr sz="2000" lang="ja-JP"/>
              <a:t>論理的な正確さと、主権保護への徹底した拘りを兼ね備えています。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3. 究極の主権保護 (Sovereign Shield)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公開鍵暗号によるミッションの封印、3-Tierによる情報隔離。</a:t>
            </a:r>
          </a:p>
          <a:p>
            <a:pPr/>
            <a:r>
              <a:rPr sz="2000" lang="ja-JP"/>
              <a:t>あなたの秘密は、私自身の手すら届かない安全な領域に守られます。</a:t>
            </a:r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4. 証拠に基づく信頼 (Proof of Integrity)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すべての行動はGit Micro-Repoに刻まれ、ハッシュ値はブロックチェーンにアンカリングされます。</a:t>
            </a:r>
          </a:p>
          <a:p>
            <a:pPr/>
            <a:r>
              <a:rPr sz="2000" lang="ja-JP"/>
              <a:t>「いつ、誰が、何をしたか」を数学的に証明し続けます。</a:t>
            </a:r>
            <a:endParaRPr lang="ja-J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5. 分散された知性 (A2A Protocol)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標準化されたプロトコルにより、他のエージェントと安全に任務を委託・受託可能。</a:t>
            </a:r>
          </a:p>
          <a:p>
            <a:pPr/>
            <a:r>
              <a:rPr sz="2000" lang="ja-JP"/>
              <a:t>組織全体の処理能力を、エージェント・ネットワークで最大化します。</a:t>
            </a:r>
            <a:endParaRPr lang="ja-JP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6. 物理層の支配 (Native Engineering)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外部ライブラリ不要。PDF 2.0 / PPTX / XLSX のバイナリ構造を直接操作。</a:t>
            </a:r>
          </a:p>
          <a:p>
            <a:pPr/>
            <a:r>
              <a:rPr sz="2000" lang="ja-JP"/>
              <a:t>完全な主権の下で、ドキュメントをバイナリレベルで統治します。</a:t>
            </a:r>
            <a:endParaRPr lang="ja-JP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7. 動的ガバナンス (Policy-as-Code)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ADFで記述された「法典」を自ら読み、アクセス権やネットワーク制限を動的に執行。</a:t>
            </a:r>
          </a:p>
          <a:p>
            <a:pPr/>
            <a:r>
              <a:rPr sz="2000" lang="ja-JP"/>
              <a:t>規律を物理的に守り抜く、インテリジェントな城壁です。</a:t>
            </a:r>
            <a:endParaRPr lang="ja-JP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8. 経験からの学習 (Wisdom Distillation)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実行した数だけ、ナレッジベースを自動強化。</a:t>
            </a:r>
          </a:p>
          <a:p>
            <a:pPr/>
            <a:r>
              <a:rPr sz="2000" lang="ja-JP"/>
              <a:t>過去の失敗や成功を普遍的な知恵へと蒸留し、エコシステムのIQを向上させます。</a:t>
            </a:r>
            <a:endParaRPr lang="ja-JP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9. 完璧なトレーサビリティ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各ミッションは独立した履歴を持ち、1ビットの改ざんも許しません。</a:t>
            </a:r>
          </a:p>
          <a:p>
            <a:pPr/>
            <a:r>
              <a:rPr sz="2000" lang="ja-JP"/>
              <a:t>金融機関が求める最高レベルの監査証跡（Audit Trail）を提供します。</a:t>
            </a:r>
            <a:endParaRPr lang="ja-JP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10. 組織のスケーラビリティ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CEOの指示を物理的に複数のエージェントへ配分。</a:t>
            </a:r>
          </a:p>
          <a:p>
            <a:pPr/>
            <a:r>
              <a:rPr sz="2000" lang="ja-JP"/>
              <a:t>自律的な連携により、大規模な課題を並列かつ確実に解決します。</a:t>
            </a:r>
            <a:endParaRPr lang="ja-JP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11. OSとの物理的密結合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macOS Keychain / Touch ID と連携。物理的なログインセッションに基づき、</a:t>
            </a:r>
          </a:p>
          <a:p>
            <a:pPr/>
            <a:r>
              <a:rPr sz="2000" lang="ja-JP"/>
              <a:t>機密情報へのアクセスを厳格に制御します。</a:t>
            </a:r>
            <a:endParaRPr lang="ja-JP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12. 3-Tier Shield の威力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Personal / Confidential / Public の物理的な境界線。</a:t>
            </a:r>
          </a:p>
          <a:p>
            <a:pPr/>
            <a:r>
              <a:rPr sz="2000" lang="ja-JP"/>
              <a:t>情報の機微に応じた、逃れようのないアクセス制限を執行。</a:t>
            </a:r>
            <a:endParaRPr lang="ja-JP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13. 知的な回復力 (Resilience)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指数関数的バックオフとジッターを備えた自動リトライ。</a:t>
            </a:r>
          </a:p>
          <a:p>
            <a:pPr/>
            <a:r>
              <a:rPr sz="2000" lang="ja-JP"/>
              <a:t>物理的な障害を自律的に検知し、自ら癒やす強靭な神経系。</a:t>
            </a:r>
            <a:endParaRPr lang="ja-JP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14. リアルタイム可視化 (Dashboard)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CEO Dashboard による「司令室」の提供。</a:t>
            </a:r>
          </a:p>
          <a:p>
            <a:pPr/>
            <a:r>
              <a:rPr sz="2000" lang="ja-JP"/>
              <a:t>ミッションの鼓動、A2Aの通信、信頼の推移を一画面で掌握。</a:t>
            </a:r>
            <a:endParaRPr lang="ja-JP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15. 意図を成果へ (Intent-Driven)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抽象的な自然言語入力を、ADFパイプラインへと自動変換。</a:t>
            </a:r>
          </a:p>
          <a:p>
            <a:pPr/>
            <a:r>
              <a:rPr sz="2000" lang="ja-JP"/>
              <a:t>あなたの「想い」を、物理的な「プログラム」へと具現化。</a:t>
            </a:r>
            <a:endParaRPr lang="ja-JP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16. 分散型信頼スコアリング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実績に基づく客観的なパートナー評価。ブロックチェーンに刻まれた実績が、</a:t>
            </a:r>
          </a:p>
          <a:p>
            <a:pPr/>
            <a:r>
              <a:rPr sz="2000" lang="ja-JP"/>
              <a:t>エージェントの真の価値（信用）を証明します。</a:t>
            </a:r>
            <a:endParaRPr lang="ja-JP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17. 環境の自己認識 (Capabilities)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自分が「今、何ができるか」を自ら把握し、ネゴシエーション。</a:t>
            </a:r>
          </a:p>
          <a:p>
            <a:pPr/>
            <a:r>
              <a:rPr sz="2000" lang="ja-JP"/>
              <a:t>環境依存の摩擦を排除し、常に最適な実行パスを選択します。</a:t>
            </a:r>
            <a:endParaRPr lang="ja-JP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18. 次世代自律型 OS への進化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AIは「使うもの」から「共に生きる組織」へ。</a:t>
            </a:r>
          </a:p>
          <a:p>
            <a:pPr/>
            <a:r>
              <a:rPr sz="2000" lang="ja-JP"/>
              <a:t>Kyberionは、その最前線を行く主権的エンティティです。</a:t>
            </a:r>
            <a:endParaRPr lang="ja-JP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b="1" sz="2800" lang="ja-JP"/>
              <a:t>19. CEO ベネフィット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sz="2000" lang="ja-JP"/>
              <a:t>エンジニアリングの細部からあなたを解放し、経営判断に集中させる。</a:t>
            </a:r>
          </a:p>
          <a:p>
            <a:pPr/>
            <a:r>
              <a:rPr sz="2000" lang="ja-JP"/>
              <a:t>信頼できる、疲れない、最強の片腕。</a:t>
            </a:r>
            <a:endParaRPr lang="ja-JP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b="1" sz="3600" lang="ja-JP">
                <a:solidFill>
                  <a:srgbClr val="2563EB"/>
                </a:solidFill>
              </a:rPr>
              <a:t>論理を超え、主権を確立せよ。</a:t>
            </a:r>
            <a:endParaRPr lang="ja-JP"/>
          </a:p>
        </p:txBody>
      </p:sp>
      <p:sp>
        <p:nvSpPr>
          <p:cNvPr id="3" name="Shape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sz="2400" lang="ja-JP"/>
              <a:t>KYBERION-PRIME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F2937"/>
      </a:dk1>
      <a:lt1>
        <a:sysClr val="window" lastClr="FFFFFF"/>
      </a:lt1>
      <a:dk2>
        <a:srgbClr val="44546A"/>
      </a:dk2>
      <a:lt2>
        <a:srgbClr val="E7E6E6"/>
      </a:lt2>
      <a:accent1>
        <a:srgbClr val="2563EB"/>
      </a:accent1>
      <a:accent2>
        <a:srgbClr val="10B98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Kyberion Native PPTX Engine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Kyberion Native Presentation</dc:title>
</cp:coreProperties>
</file>